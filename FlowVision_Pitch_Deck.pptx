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FlowVision: Decentralized Intelligence. Unified Control.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AI-Enabled Architectural Spine for Modern Local Government Units</a:t>
            </a:r>
          </a:p>
          <a:p>
            <a:r>
              <a:t>Team: Immortals</a:t>
            </a:r>
          </a:p>
          <a:p>
            <a:r>
              <a:t>Eradicating 'Zero-Visibility' in Government Bureaucracy.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'Zero-Visibility' Bottleneck:</a:t>
            </a:r>
          </a:p>
          <a:p>
            <a:pPr lvl="1"/>
            <a:r>
              <a:t>Traditional LGU document processing suffers from manual logbooks, fragmented coordination, and unexpected surges.</a:t>
            </a:r>
          </a:p>
          <a:p>
            <a:pPr/>
            <a:r>
              <a:t>The Consequences:</a:t>
            </a:r>
          </a:p>
          <a:p>
            <a:pPr lvl="1"/>
            <a:r>
              <a:t>Lost files, constant SLA (Service Level Agreement) breaches, and a lack of accountability.</a:t>
            </a:r>
          </a:p>
          <a:p>
            <a:pPr/>
            <a:r>
              <a:t>Socio-Economic Impact:</a:t>
            </a:r>
          </a:p>
          <a:p>
            <a:pPr lvl="1"/>
            <a:r>
              <a:t>Stalled business permits and clearances slow down the local economic throughput and create immense frustration for citizens relying on timely public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FlowVision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pPr lvl="1"/>
            <a:r>
              <a:t>A high-performance tracking ecosystem that unifies isolated offices and couriers into a single, measurable routing mesh.</a:t>
            </a:r>
          </a:p>
          <a:p>
            <a:pPr/>
            <a:r>
              <a:t>MVP Use Case:</a:t>
            </a:r>
          </a:p>
          <a:p>
            <a:pPr lvl="1"/>
            <a:r>
              <a:t>A citizen applies for a Building Permit. The physical document is registered via a Smart QR Checkpoint. As it hops from the Assessor to Engineering, each scan generates a cryptographic hash, GPS telemetry, and precise timestamp—creating a Zero-Ambiguity Audit Log.</a:t>
            </a:r>
          </a:p>
          <a:p>
            <a:pPr/>
            <a:r>
              <a:t>Innovation:</a:t>
            </a:r>
          </a:p>
          <a:p>
            <a:pPr lvl="1"/>
            <a:r>
              <a:t>We aren't just logging what has happened; we are predicting what will happen.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is Essential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Intent Routing &amp; NLQ:</a:t>
            </a:r>
          </a:p>
          <a:p>
            <a:pPr lvl="1"/>
            <a:r>
              <a:t>Powered by Groq/LLaMA, clerks use Natural Language Queries (NLQ). The AI intent router instantly converts text to structured database queries.</a:t>
            </a:r>
          </a:p>
          <a:p>
            <a:pPr/>
            <a:r>
              <a:t>Predictive Workload Modeling:</a:t>
            </a:r>
          </a:p>
          <a:p>
            <a:pPr lvl="1"/>
            <a:r>
              <a:t>By analyzing document momentum and queue states, local AI nodes predict office bottlenecks up to 4.2 hours in advance.</a:t>
            </a:r>
          </a:p>
          <a:p>
            <a:pPr/>
            <a:r>
              <a:t>Beyond Conventional Systems:</a:t>
            </a:r>
          </a:p>
          <a:p>
            <a:pPr lvl="1"/>
            <a:r>
              <a:t>FlowVision acts as an active intelligence layer, using a deterministic AI Data Builder to synthesize raw logs into readable narrative reports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Feasibility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&amp; Mobile: Vue 3 / Nuxt 4 with GSAP animations, wrapped in Capacitor for cross-platform Android mobile deployment.</a:t>
            </a:r>
          </a:p>
          <a:p>
            <a:pPr/>
            <a:r>
              <a:t>Hybrid Database Engine:</a:t>
            </a:r>
          </a:p>
          <a:p>
            <a:pPr lvl="1"/>
            <a:r>
              <a:t>Supabase (PostgreSQL): Fast metadata indexing, core search, and real-time sync.</a:t>
            </a:r>
          </a:p>
          <a:p>
            <a:pPr lvl="1"/>
            <a:r>
              <a:t>MySQL (Hostinger Cluster): Heavy physical binary storage (BLOBs), ensuring an isolated and scalable file vault.</a:t>
            </a:r>
          </a:p>
          <a:p>
            <a:pPr/>
            <a:r>
              <a:t>AI &amp; Processing Layer:</a:t>
            </a:r>
          </a:p>
          <a:p>
            <a:pPr lvl="1"/>
            <a:r>
              <a:t>Groq (LLaMA) API for ultra-low latency inference, combined with Node.js bridging logic for AI hydration and data synthesis.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Potential &amp; 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&amp; Sustainability Potential:</a:t>
            </a:r>
          </a:p>
          <a:p>
            <a:pPr lvl="1"/>
            <a:r>
              <a:t>A highly scalable SaaS model for municipalities. Massive efficiency gains mean fewer resources wasted tracing files and a faster local economy due to accelerated approvals.</a:t>
            </a:r>
          </a:p>
          <a:p>
            <a:pPr/>
            <a:r>
              <a:t>Responsible &amp; Ethical AI:</a:t>
            </a:r>
          </a:p>
          <a:p>
            <a:pPr lvl="1"/>
            <a:r>
              <a:t>Federated Learning Network: Office nodes learn from operational patterns (delay trends) without centralizing sensitive citizen data.</a:t>
            </a:r>
          </a:p>
          <a:p>
            <a:pPr lvl="1"/>
            <a:r>
              <a:t>Strict Multi-Tenant Isolation: Data is hard-scoped to the organization; one municipality cannot query another's data.</a:t>
            </a:r>
          </a:p>
          <a:p>
            <a:pPr lvl="1"/>
            <a:r>
              <a:t>Immutable Ledgering: AI predicts, but human-scanned QR hashes and SQL logs remain the ultimate, undeniable source of truth.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Act Fast. Stay Agile. Remain Nimble.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FlowVision isn't just tracking documents; it's engineering a smarter, more accountable government.</a:t>
            </a:r>
          </a:p>
          <a:p/>
          <a:p>
            <a:r>
              <a:t>Thank You! Open for Q&amp;A.</a:t>
            </a:r>
          </a:p>
          <a:p>
            <a:r>
              <a:t>Team: Immortals (FlowVision)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