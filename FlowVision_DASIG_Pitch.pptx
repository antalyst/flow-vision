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6B6D4"/>
                </a:solidFill>
              </a:defRPr>
            </a:pPr>
            <a:r>
              <a:t>FlowVision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8FAFC"/>
                </a:solidFill>
              </a:defRPr>
            </a:pPr>
            <a:r>
              <a:t>Decentralized Intelligence. Unified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10B981"/>
                </a:solidFill>
              </a:defRPr>
            </a:pPr>
            <a:r>
              <a:t>AI-Powered Document Tracking &amp; Predictive Mesh for Municipal Enterprises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8FAFC"/>
                </a:solidFill>
              </a:defRPr>
            </a:pPr>
            <a:r>
              <a:t>Team Immortals | DASIG.AI Pitching Competition 2026 (SMX Convention Center)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Zero-Visibility Tracking in Local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Administrative Bottlenecks: Offices are overwhelmed by unexpected document surges without early warning systems.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Fragmented Handoffs: Physical movement relies on manual logbooks, causing lost files and zero real-time visibility.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Zero SLA Accountability: Impossible to identify delays in the routing mesh when deadlines are missed.</a:t>
            </a:r>
          </a:p>
          <a:p>
            <a:pPr>
              <a:spcAft>
                <a:spcPts val="1400"/>
              </a:spcAft>
              <a:defRPr sz="2200" b="1">
                <a:solidFill>
                  <a:srgbClr val="10B981"/>
                </a:solidFill>
              </a:defRPr>
            </a:pPr>
            <a:r>
              <a:t>• Key Takeaway: Traditional systems only record past delays—they cannot prevent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Moving from Passive Logs to Active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Beyond Digital CRUD: Conventional systems merely store rows; FlowVision actively optimizes and predicts.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Smart Intent Routing: Categorizes queries (SYSTEM_TOPOLOGY, semantic_search) for instant context routing.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Predictive Bottleneck Engine: Calculates transit momentum to predict workload spikes 4.2 hours in advance.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Natural Language Querying: Enables non-technical clerks to query complex databases using plain English.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High-Performance Multi-Layer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Frontend &amp; Backend: Vue.js, Nuxt.js, Tailwind CSS (Glassmorphic UI) + Node.js, Express.js.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Database &amp; Cloud: MySQL (Relational mesh), Supabase (Real-time sync), AWS S3 (QR metadata vaults).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AI Pipeline: Groq / LLaMA (Ultra-low latency LLM inference) + Python background analytics.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Flow Highlights: Smart QR Checkpoint scanning -&gt; Cryptographic QR Hash -&gt; Zero-Ambiguity Audit Log.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Privacy-First, Decentralized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Federated Learning Network: AI models learn operational trends locally without centralizing citizen data.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Strict Multi-Tenant Isolation: AI session memory (aiSession.ts) is hard-scoped to the user's org_id and user_id.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Human-in-the-Loop &amp; Immutable Ledger: AI provides predictions, but physical custody relies on immutable SQL logs and QR hashes.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Transforming Municipal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Eradicating Lost Files: Eliminates document loss and citizen frustration across government offices.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Accelerated Approval Pipelines: Faster processing for business licenses, permits, and clearances.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Economic Scalability: Edge Node Cloud allows new municipal offices to join the routing mesh instantly.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Empowering Governments with Proactive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0B981"/>
                </a:solidFill>
              </a:defRPr>
            </a:pPr>
            <a:r>
              <a:t>• Core Summary: Unifying isolated offices, couriers, and citizens into one transparent, measurable ecosystem.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• Closing Statement: Team Immortals — Transforming Municipal Workflows with FlowVision.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8FAFC"/>
                </a:solidFill>
              </a:defRPr>
            </a:pPr>
            <a:r>
              <a:t>Ready for Q&amp;A.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